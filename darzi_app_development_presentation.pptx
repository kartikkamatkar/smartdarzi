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Darzi – Tailoring Service Mobile App</a:t>
            </a:r>
          </a:p>
          <a:p>
            <a:r>
              <a:t>Developer Project Presentation</a:t>
            </a:r>
          </a:p>
          <a:p>
            <a:r>
              <a:t>Prepared by: Rihan Jumani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Darzi is a mobile application that connects customers with local tailors.</a:t>
            </a:r>
          </a:p>
          <a:p>
            <a:r>
              <a:t>Users can browse clothing categories, place custom stitching orders, and track their orders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find it difficult to locate reliable tailors.</a:t>
            </a:r>
          </a:p>
          <a:p>
            <a:r>
              <a:t>Manual measurement and order tracking is inefficient.</a:t>
            </a:r>
          </a:p>
          <a:p>
            <a:r>
              <a:t>No centralized platform for tailoring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mobile application that allows users to:</a:t>
            </a:r>
          </a:p>
          <a:p>
            <a:r>
              <a:t>• Browse clothing categories</a:t>
            </a:r>
          </a:p>
          <a:p>
            <a:r>
              <a:t>• Upload measurements</a:t>
            </a:r>
          </a:p>
          <a:p>
            <a:r>
              <a:t>• Place tailoring orders</a:t>
            </a:r>
          </a:p>
          <a:p>
            <a:r>
              <a:t>• Track order status</a:t>
            </a:r>
          </a:p>
          <a:p>
            <a:r>
              <a:t>• Communicate with tailors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Registration &amp; Login</a:t>
            </a:r>
          </a:p>
          <a:p>
            <a:r>
              <a:t>• Category-wise clothing selection</a:t>
            </a:r>
          </a:p>
          <a:p>
            <a:r>
              <a:t>• Search functionality</a:t>
            </a:r>
          </a:p>
          <a:p>
            <a:r>
              <a:t>• Cart system</a:t>
            </a:r>
          </a:p>
          <a:p>
            <a:r>
              <a:t>• Order tracking</a:t>
            </a:r>
          </a:p>
          <a:p>
            <a:r>
              <a:t>• Profile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Android Studio</a:t>
            </a:r>
          </a:p>
          <a:p>
            <a:r>
              <a:t>Programming Language: Java</a:t>
            </a:r>
          </a:p>
          <a:p>
            <a:r>
              <a:t>Backend: PHP</a:t>
            </a:r>
          </a:p>
          <a:p>
            <a:r>
              <a:t>Database: MySQL</a:t>
            </a:r>
          </a:p>
          <a:p>
            <a:r>
              <a:t>Server: XAMPP</a:t>
            </a:r>
          </a:p>
          <a:p>
            <a:r>
              <a:t>SDK: Android SDK (API Level 34)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App (Android)</a:t>
            </a:r>
          </a:p>
          <a:p>
            <a:r>
              <a:t>↓</a:t>
            </a:r>
          </a:p>
          <a:p>
            <a:r>
              <a:t>API Requests (PHP)</a:t>
            </a:r>
          </a:p>
          <a:p>
            <a:r>
              <a:t>↓</a:t>
            </a:r>
          </a:p>
          <a:p>
            <a:r>
              <a:t>Server Processing</a:t>
            </a:r>
          </a:p>
          <a:p>
            <a:r>
              <a:t>↓</a:t>
            </a:r>
          </a:p>
          <a:p>
            <a:r>
              <a:t>MySQL Database</a:t>
            </a:r>
          </a:p>
          <a:p>
            <a:r>
              <a:t>↓</a:t>
            </a:r>
          </a:p>
          <a:p>
            <a:r>
              <a:t>Response back to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Home Page</a:t>
            </a:r>
          </a:p>
          <a:p>
            <a:r>
              <a:t>• Categories Page</a:t>
            </a:r>
          </a:p>
          <a:p>
            <a:r>
              <a:t>• Search Page</a:t>
            </a:r>
          </a:p>
          <a:p>
            <a:r>
              <a:t>• Cart Page</a:t>
            </a:r>
          </a:p>
          <a:p>
            <a:r>
              <a:t>• Profile Page</a:t>
            </a:r>
          </a:p>
          <a:p>
            <a:r>
              <a:t>• Order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registers/logs in</a:t>
            </a:r>
          </a:p>
          <a:p>
            <a:r>
              <a:t>2. Browse clothing categories</a:t>
            </a:r>
          </a:p>
          <a:p>
            <a:r>
              <a:t>3. Select item and add to cart</a:t>
            </a:r>
          </a:p>
          <a:p>
            <a:r>
              <a:t>4. Provide measurements</a:t>
            </a:r>
          </a:p>
          <a:p>
            <a:r>
              <a:t>5. Place order</a:t>
            </a:r>
          </a:p>
          <a:p>
            <a:r>
              <a:t>6. Track order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payment integration</a:t>
            </a:r>
          </a:p>
          <a:p>
            <a:r>
              <a:t>• Tailor rating system</a:t>
            </a:r>
          </a:p>
          <a:p>
            <a:r>
              <a:t>• AI-based size recommendations</a:t>
            </a:r>
          </a:p>
          <a:p>
            <a:r>
              <a:t>• Push notifications</a:t>
            </a:r>
          </a:p>
          <a:p>
            <a:r>
              <a:t>• Delivery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Darzi app simplifies tailoring services by connecting customers and tailors through a digital platform.</a:t>
            </a:r>
          </a:p>
          <a:p>
            <a:r>
              <a:t>It improves convenience, order management, and service accessibility.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